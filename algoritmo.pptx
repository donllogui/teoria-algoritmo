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6DA27F-912B-BD47-201E-9924BE415438}" v="71" dt="2026-04-11T04:25:51.0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De La Peña Ruiz" userId="S::gpenar@sena.edu.co::890f922a-8d2c-4230-a25c-2586ecc6866a" providerId="AD" clId="Web-{A6FB5E0E-FBCE-3919-1EBC-0E6916A70794}"/>
    <pc:docChg chg="modSld">
      <pc:chgData name="Guillermo De La Peña Ruiz" userId="S::gpenar@sena.edu.co::890f922a-8d2c-4230-a25c-2586ecc6866a" providerId="AD" clId="Web-{A6FB5E0E-FBCE-3919-1EBC-0E6916A70794}" dt="2026-04-08T18:30:22.944" v="52" actId="20577"/>
      <pc:docMkLst>
        <pc:docMk/>
      </pc:docMkLst>
      <pc:sldChg chg="addSp delSp modSp">
        <pc:chgData name="Guillermo De La Peña Ruiz" userId="S::gpenar@sena.edu.co::890f922a-8d2c-4230-a25c-2586ecc6866a" providerId="AD" clId="Web-{A6FB5E0E-FBCE-3919-1EBC-0E6916A70794}" dt="2026-04-08T18:18:26.681" v="16" actId="1076"/>
        <pc:sldMkLst>
          <pc:docMk/>
          <pc:sldMk cId="3397477735" sldId="257"/>
        </pc:sldMkLst>
        <pc:picChg chg="mod">
          <ac:chgData name="Guillermo De La Peña Ruiz" userId="S::gpenar@sena.edu.co::890f922a-8d2c-4230-a25c-2586ecc6866a" providerId="AD" clId="Web-{A6FB5E0E-FBCE-3919-1EBC-0E6916A70794}" dt="2026-04-08T18:13:51.800" v="1" actId="1076"/>
          <ac:picMkLst>
            <pc:docMk/>
            <pc:sldMk cId="3397477735" sldId="257"/>
            <ac:picMk id="4" creationId="{8D184430-E3D0-D9E3-D65D-4AD664E2E3A7}"/>
          </ac:picMkLst>
        </pc:picChg>
        <pc:picChg chg="add mod">
          <ac:chgData name="Guillermo De La Peña Ruiz" userId="S::gpenar@sena.edu.co::890f922a-8d2c-4230-a25c-2586ecc6866a" providerId="AD" clId="Web-{A6FB5E0E-FBCE-3919-1EBC-0E6916A70794}" dt="2026-04-08T18:18:26.681" v="16" actId="1076"/>
          <ac:picMkLst>
            <pc:docMk/>
            <pc:sldMk cId="3397477735" sldId="257"/>
            <ac:picMk id="5" creationId="{1DF5CA8F-B573-A216-45BD-4133D7B21DCC}"/>
          </ac:picMkLst>
        </pc:picChg>
      </pc:sldChg>
      <pc:sldChg chg="modSp">
        <pc:chgData name="Guillermo De La Peña Ruiz" userId="S::gpenar@sena.edu.co::890f922a-8d2c-4230-a25c-2586ecc6866a" providerId="AD" clId="Web-{A6FB5E0E-FBCE-3919-1EBC-0E6916A70794}" dt="2026-04-08T18:19:42.135" v="17" actId="20577"/>
        <pc:sldMkLst>
          <pc:docMk/>
          <pc:sldMk cId="1739381550" sldId="259"/>
        </pc:sldMkLst>
        <pc:spChg chg="mod">
          <ac:chgData name="Guillermo De La Peña Ruiz" userId="S::gpenar@sena.edu.co::890f922a-8d2c-4230-a25c-2586ecc6866a" providerId="AD" clId="Web-{A6FB5E0E-FBCE-3919-1EBC-0E6916A70794}" dt="2026-04-08T18:19:42.135" v="17" actId="20577"/>
          <ac:spMkLst>
            <pc:docMk/>
            <pc:sldMk cId="1739381550" sldId="259"/>
            <ac:spMk id="7" creationId="{99261E26-FBBA-6D05-80F9-2DB5709B8040}"/>
          </ac:spMkLst>
        </pc:spChg>
      </pc:sldChg>
      <pc:sldChg chg="addSp delSp modSp">
        <pc:chgData name="Guillermo De La Peña Ruiz" userId="S::gpenar@sena.edu.co::890f922a-8d2c-4230-a25c-2586ecc6866a" providerId="AD" clId="Web-{A6FB5E0E-FBCE-3919-1EBC-0E6916A70794}" dt="2026-04-08T18:30:22.944" v="52" actId="20577"/>
        <pc:sldMkLst>
          <pc:docMk/>
          <pc:sldMk cId="1913139283" sldId="260"/>
        </pc:sldMkLst>
        <pc:spChg chg="add mod">
          <ac:chgData name="Guillermo De La Peña Ruiz" userId="S::gpenar@sena.edu.co::890f922a-8d2c-4230-a25c-2586ecc6866a" providerId="AD" clId="Web-{A6FB5E0E-FBCE-3919-1EBC-0E6916A70794}" dt="2026-04-08T18:30:22.944" v="52" actId="20577"/>
          <ac:spMkLst>
            <pc:docMk/>
            <pc:sldMk cId="1913139283" sldId="260"/>
            <ac:spMk id="10" creationId="{88C51D20-DA8C-A265-3006-82DA1E23F74D}"/>
          </ac:spMkLst>
        </pc:spChg>
      </pc:sldChg>
    </pc:docChg>
  </pc:docChgLst>
  <pc:docChgLst>
    <pc:chgData name="Guillermo De La Peña Ruiz" userId="S::gpenar@sena.edu.co::890f922a-8d2c-4230-a25c-2586ecc6866a" providerId="AD" clId="Web-{EDF9F201-C5BE-8204-8505-9BE6420F596B}"/>
    <pc:docChg chg="mod addSld delSld modSld addMainMaster delMainMaster">
      <pc:chgData name="Guillermo De La Peña Ruiz" userId="S::gpenar@sena.edu.co::890f922a-8d2c-4230-a25c-2586ecc6866a" providerId="AD" clId="Web-{EDF9F201-C5BE-8204-8505-9BE6420F596B}" dt="2026-04-08T17:45:30.206" v="381" actId="20577"/>
      <pc:docMkLst>
        <pc:docMk/>
      </pc:docMkLst>
      <pc:sldChg chg="addSp delSp modSp mod setBg modClrScheme setClrOvrMap chgLayout">
        <pc:chgData name="Guillermo De La Peña Ruiz" userId="S::gpenar@sena.edu.co::890f922a-8d2c-4230-a25c-2586ecc6866a" providerId="AD" clId="Web-{EDF9F201-C5BE-8204-8505-9BE6420F596B}" dt="2026-04-08T17:45:30.206" v="381" actId="20577"/>
        <pc:sldMkLst>
          <pc:docMk/>
          <pc:sldMk cId="2406273178" sldId="256"/>
        </pc:sldMkLst>
        <pc:spChg chg="mod">
          <ac:chgData name="Guillermo De La Peña Ruiz" userId="S::gpenar@sena.edu.co::890f922a-8d2c-4230-a25c-2586ecc6866a" providerId="AD" clId="Web-{EDF9F201-C5BE-8204-8505-9BE6420F596B}" dt="2026-04-08T15:39:24.543" v="21" actId="1076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Guillermo De La Peña Ruiz" userId="S::gpenar@sena.edu.co::890f922a-8d2c-4230-a25c-2586ecc6866a" providerId="AD" clId="Web-{EDF9F201-C5BE-8204-8505-9BE6420F596B}" dt="2026-04-08T17:45:30.206" v="381" actId="20577"/>
          <ac:spMkLst>
            <pc:docMk/>
            <pc:sldMk cId="2406273178" sldId="256"/>
            <ac:spMk id="3" creationId="{00000000-0000-0000-0000-000000000000}"/>
          </ac:spMkLst>
        </pc:spChg>
        <pc:spChg chg="add">
          <ac:chgData name="Guillermo De La Peña Ruiz" userId="S::gpenar@sena.edu.co::890f922a-8d2c-4230-a25c-2586ecc6866a" providerId="AD" clId="Web-{EDF9F201-C5BE-8204-8505-9BE6420F596B}" dt="2026-04-08T15:38:28.790" v="14"/>
          <ac:spMkLst>
            <pc:docMk/>
            <pc:sldMk cId="2406273178" sldId="256"/>
            <ac:spMk id="9" creationId="{33E93247-6229-44AB-A550-739E971E690B}"/>
          </ac:spMkLst>
        </pc:spChg>
        <pc:spChg chg="add">
          <ac:chgData name="Guillermo De La Peña Ruiz" userId="S::gpenar@sena.edu.co::890f922a-8d2c-4230-a25c-2586ecc6866a" providerId="AD" clId="Web-{EDF9F201-C5BE-8204-8505-9BE6420F596B}" dt="2026-04-08T15:38:28.790" v="14"/>
          <ac:spMkLst>
            <pc:docMk/>
            <pc:sldMk cId="2406273178" sldId="256"/>
            <ac:spMk id="11" creationId="{912025B4-7337-735E-4DC9-E634D2011984}"/>
          </ac:spMkLst>
        </pc:spChg>
        <pc:spChg chg="add">
          <ac:chgData name="Guillermo De La Peña Ruiz" userId="S::gpenar@sena.edu.co::890f922a-8d2c-4230-a25c-2586ecc6866a" providerId="AD" clId="Web-{EDF9F201-C5BE-8204-8505-9BE6420F596B}" dt="2026-04-08T15:38:28.790" v="14"/>
          <ac:spMkLst>
            <pc:docMk/>
            <pc:sldMk cId="2406273178" sldId="256"/>
            <ac:spMk id="13" creationId="{150CDACD-D191-E642-F686-FCB54B7E5F67}"/>
          </ac:spMkLst>
        </pc:spChg>
        <pc:picChg chg="add mod">
          <ac:chgData name="Guillermo De La Peña Ruiz" userId="S::gpenar@sena.edu.co::890f922a-8d2c-4230-a25c-2586ecc6866a" providerId="AD" clId="Web-{EDF9F201-C5BE-8204-8505-9BE6420F596B}" dt="2026-04-08T16:48:14.763" v="158" actId="1076"/>
          <ac:picMkLst>
            <pc:docMk/>
            <pc:sldMk cId="2406273178" sldId="256"/>
            <ac:picMk id="4" creationId="{E437ABDC-A7C5-817F-2B29-458FB2EEE6C8}"/>
          </ac:picMkLst>
        </pc:picChg>
        <pc:picChg chg="add mod">
          <ac:chgData name="Guillermo De La Peña Ruiz" userId="S::gpenar@sena.edu.co::890f922a-8d2c-4230-a25c-2586ecc6866a" providerId="AD" clId="Web-{EDF9F201-C5BE-8204-8505-9BE6420F596B}" dt="2026-04-08T16:50:08.079" v="165"/>
          <ac:picMkLst>
            <pc:docMk/>
            <pc:sldMk cId="2406273178" sldId="256"/>
            <ac:picMk id="5" creationId="{C9D9A132-3010-C98E-DA82-E1640BD98B61}"/>
          </ac:picMkLst>
        </pc:picChg>
      </pc:sldChg>
      <pc:sldChg chg="addSp delSp modSp add replId">
        <pc:chgData name="Guillermo De La Peña Ruiz" userId="S::gpenar@sena.edu.co::890f922a-8d2c-4230-a25c-2586ecc6866a" providerId="AD" clId="Web-{EDF9F201-C5BE-8204-8505-9BE6420F596B}" dt="2026-04-08T17:20:27.911" v="307" actId="20577"/>
        <pc:sldMkLst>
          <pc:docMk/>
          <pc:sldMk cId="3397477735" sldId="257"/>
        </pc:sldMkLst>
        <pc:spChg chg="mod">
          <ac:chgData name="Guillermo De La Peña Ruiz" userId="S::gpenar@sena.edu.co::890f922a-8d2c-4230-a25c-2586ecc6866a" providerId="AD" clId="Web-{EDF9F201-C5BE-8204-8505-9BE6420F596B}" dt="2026-04-08T16:51:36.550" v="176" actId="20577"/>
          <ac:spMkLst>
            <pc:docMk/>
            <pc:sldMk cId="3397477735" sldId="257"/>
            <ac:spMk id="2" creationId="{70BBF1F0-3800-6D96-5554-B32CA1563BFB}"/>
          </ac:spMkLst>
        </pc:spChg>
        <pc:spChg chg="mod">
          <ac:chgData name="Guillermo De La Peña Ruiz" userId="S::gpenar@sena.edu.co::890f922a-8d2c-4230-a25c-2586ecc6866a" providerId="AD" clId="Web-{EDF9F201-C5BE-8204-8505-9BE6420F596B}" dt="2026-04-08T17:20:27.911" v="307" actId="20577"/>
          <ac:spMkLst>
            <pc:docMk/>
            <pc:sldMk cId="3397477735" sldId="257"/>
            <ac:spMk id="3" creationId="{8FFD4593-D51E-3F11-C285-A56F0A6DAB3D}"/>
          </ac:spMkLst>
        </pc:spChg>
        <pc:picChg chg="add mod">
          <ac:chgData name="Guillermo De La Peña Ruiz" userId="S::gpenar@sena.edu.co::890f922a-8d2c-4230-a25c-2586ecc6866a" providerId="AD" clId="Web-{EDF9F201-C5BE-8204-8505-9BE6420F596B}" dt="2026-04-08T16:54:34.726" v="180" actId="1076"/>
          <ac:picMkLst>
            <pc:docMk/>
            <pc:sldMk cId="3397477735" sldId="257"/>
            <ac:picMk id="6" creationId="{A8F62811-5BAC-35C4-75B6-68B4303DA9EA}"/>
          </ac:picMkLst>
        </pc:picChg>
        <pc:picChg chg="add mod">
          <ac:chgData name="Guillermo De La Peña Ruiz" userId="S::gpenar@sena.edu.co::890f922a-8d2c-4230-a25c-2586ecc6866a" providerId="AD" clId="Web-{EDF9F201-C5BE-8204-8505-9BE6420F596B}" dt="2026-04-08T17:03:41.375" v="208" actId="1076"/>
          <ac:picMkLst>
            <pc:docMk/>
            <pc:sldMk cId="3397477735" sldId="257"/>
            <ac:picMk id="7" creationId="{EC5A77F0-254F-48CC-904C-79D421024E67}"/>
          </ac:picMkLst>
        </pc:picChg>
      </pc:sldChg>
      <pc:sldChg chg="addSp delSp modSp add replId">
        <pc:chgData name="Guillermo De La Peña Ruiz" userId="S::gpenar@sena.edu.co::890f922a-8d2c-4230-a25c-2586ecc6866a" providerId="AD" clId="Web-{EDF9F201-C5BE-8204-8505-9BE6420F596B}" dt="2026-04-08T17:20:06.426" v="304" actId="20577"/>
        <pc:sldMkLst>
          <pc:docMk/>
          <pc:sldMk cId="2837927294" sldId="258"/>
        </pc:sldMkLst>
        <pc:spChg chg="mod">
          <ac:chgData name="Guillermo De La Peña Ruiz" userId="S::gpenar@sena.edu.co::890f922a-8d2c-4230-a25c-2586ecc6866a" providerId="AD" clId="Web-{EDF9F201-C5BE-8204-8505-9BE6420F596B}" dt="2026-04-08T17:06:56.772" v="218" actId="20577"/>
          <ac:spMkLst>
            <pc:docMk/>
            <pc:sldMk cId="2837927294" sldId="258"/>
            <ac:spMk id="2" creationId="{E67DEB9D-1B0C-4E98-3D89-119BA228302A}"/>
          </ac:spMkLst>
        </pc:spChg>
        <pc:spChg chg="mod">
          <ac:chgData name="Guillermo De La Peña Ruiz" userId="S::gpenar@sena.edu.co::890f922a-8d2c-4230-a25c-2586ecc6866a" providerId="AD" clId="Web-{EDF9F201-C5BE-8204-8505-9BE6420F596B}" dt="2026-04-08T17:20:06.426" v="304" actId="20577"/>
          <ac:spMkLst>
            <pc:docMk/>
            <pc:sldMk cId="2837927294" sldId="258"/>
            <ac:spMk id="3" creationId="{09A34398-835D-6D27-EBB7-0EE187BA4F0C}"/>
          </ac:spMkLst>
        </pc:spChg>
        <pc:picChg chg="add mod">
          <ac:chgData name="Guillermo De La Peña Ruiz" userId="S::gpenar@sena.edu.co::890f922a-8d2c-4230-a25c-2586ecc6866a" providerId="AD" clId="Web-{EDF9F201-C5BE-8204-8505-9BE6420F596B}" dt="2026-04-08T17:12:50.855" v="278" actId="14100"/>
          <ac:picMkLst>
            <pc:docMk/>
            <pc:sldMk cId="2837927294" sldId="258"/>
            <ac:picMk id="5" creationId="{C47A0F90-EE59-A7D6-DE83-D4593FB5146D}"/>
          </ac:picMkLst>
        </pc:picChg>
      </pc:sldChg>
      <pc:sldChg chg="addSp delSp modSp add replId">
        <pc:chgData name="Guillermo De La Peña Ruiz" userId="S::gpenar@sena.edu.co::890f922a-8d2c-4230-a25c-2586ecc6866a" providerId="AD" clId="Web-{EDF9F201-C5BE-8204-8505-9BE6420F596B}" dt="2026-04-08T17:31:10.184" v="342" actId="1076"/>
        <pc:sldMkLst>
          <pc:docMk/>
          <pc:sldMk cId="1739381550" sldId="259"/>
        </pc:sldMkLst>
        <pc:spChg chg="mod">
          <ac:chgData name="Guillermo De La Peña Ruiz" userId="S::gpenar@sena.edu.co::890f922a-8d2c-4230-a25c-2586ecc6866a" providerId="AD" clId="Web-{EDF9F201-C5BE-8204-8505-9BE6420F596B}" dt="2026-04-08T17:18:13.404" v="288" actId="20577"/>
          <ac:spMkLst>
            <pc:docMk/>
            <pc:sldMk cId="1739381550" sldId="259"/>
            <ac:spMk id="2" creationId="{D61A4BE5-9118-73F5-8592-1992DD846A43}"/>
          </ac:spMkLst>
        </pc:spChg>
        <pc:spChg chg="mod">
          <ac:chgData name="Guillermo De La Peña Ruiz" userId="S::gpenar@sena.edu.co::890f922a-8d2c-4230-a25c-2586ecc6866a" providerId="AD" clId="Web-{EDF9F201-C5BE-8204-8505-9BE6420F596B}" dt="2026-04-08T17:21:40.930" v="321" actId="1076"/>
          <ac:spMkLst>
            <pc:docMk/>
            <pc:sldMk cId="1739381550" sldId="259"/>
            <ac:spMk id="3" creationId="{3245CDB7-970C-F6A3-55FB-A291049070E7}"/>
          </ac:spMkLst>
        </pc:spChg>
        <pc:spChg chg="add mod">
          <ac:chgData name="Guillermo De La Peña Ruiz" userId="S::gpenar@sena.edu.co::890f922a-8d2c-4230-a25c-2586ecc6866a" providerId="AD" clId="Web-{EDF9F201-C5BE-8204-8505-9BE6420F596B}" dt="2026-04-08T17:31:10.184" v="342" actId="1076"/>
          <ac:spMkLst>
            <pc:docMk/>
            <pc:sldMk cId="1739381550" sldId="259"/>
            <ac:spMk id="7" creationId="{99261E26-FBBA-6D05-80F9-2DB5709B8040}"/>
          </ac:spMkLst>
        </pc:spChg>
        <pc:picChg chg="mod">
          <ac:chgData name="Guillermo De La Peña Ruiz" userId="S::gpenar@sena.edu.co::890f922a-8d2c-4230-a25c-2586ecc6866a" providerId="AD" clId="Web-{EDF9F201-C5BE-8204-8505-9BE6420F596B}" dt="2026-04-08T17:21:21.773" v="316" actId="1076"/>
          <ac:picMkLst>
            <pc:docMk/>
            <pc:sldMk cId="1739381550" sldId="259"/>
            <ac:picMk id="4" creationId="{FEEAF0E8-9C4D-1265-154D-016C0AEFD01E}"/>
          </ac:picMkLst>
        </pc:picChg>
        <pc:picChg chg="add mod">
          <ac:chgData name="Guillermo De La Peña Ruiz" userId="S::gpenar@sena.edu.co::890f922a-8d2c-4230-a25c-2586ecc6866a" providerId="AD" clId="Web-{EDF9F201-C5BE-8204-8505-9BE6420F596B}" dt="2026-04-08T17:24:59.561" v="332" actId="1076"/>
          <ac:picMkLst>
            <pc:docMk/>
            <pc:sldMk cId="1739381550" sldId="259"/>
            <ac:picMk id="6" creationId="{78AD5714-E7AD-06A7-8CCF-0D6B9FFB9D32}"/>
          </ac:picMkLst>
        </pc:picChg>
      </pc:sldChg>
      <pc:sldChg chg="addSp delSp modSp add replId">
        <pc:chgData name="Guillermo De La Peña Ruiz" userId="S::gpenar@sena.edu.co::890f922a-8d2c-4230-a25c-2586ecc6866a" providerId="AD" clId="Web-{EDF9F201-C5BE-8204-8505-9BE6420F596B}" dt="2026-04-08T17:44:19.266" v="378" actId="14100"/>
        <pc:sldMkLst>
          <pc:docMk/>
          <pc:sldMk cId="1913139283" sldId="260"/>
        </pc:sldMkLst>
        <pc:spChg chg="mod">
          <ac:chgData name="Guillermo De La Peña Ruiz" userId="S::gpenar@sena.edu.co::890f922a-8d2c-4230-a25c-2586ecc6866a" providerId="AD" clId="Web-{EDF9F201-C5BE-8204-8505-9BE6420F596B}" dt="2026-04-08T17:32:47.648" v="347" actId="14100"/>
          <ac:spMkLst>
            <pc:docMk/>
            <pc:sldMk cId="1913139283" sldId="260"/>
            <ac:spMk id="2" creationId="{F1243676-2570-17B6-40D4-FF4C72332753}"/>
          </ac:spMkLst>
        </pc:spChg>
        <pc:spChg chg="mod">
          <ac:chgData name="Guillermo De La Peña Ruiz" userId="S::gpenar@sena.edu.co::890f922a-8d2c-4230-a25c-2586ecc6866a" providerId="AD" clId="Web-{EDF9F201-C5BE-8204-8505-9BE6420F596B}" dt="2026-04-08T17:34:02.889" v="360" actId="14100"/>
          <ac:spMkLst>
            <pc:docMk/>
            <pc:sldMk cId="1913139283" sldId="260"/>
            <ac:spMk id="3" creationId="{635B8797-B38B-E379-298D-5CD89767265F}"/>
          </ac:spMkLst>
        </pc:spChg>
        <pc:spChg chg="add mod">
          <ac:chgData name="Guillermo De La Peña Ruiz" userId="S::gpenar@sena.edu.co::890f922a-8d2c-4230-a25c-2586ecc6866a" providerId="AD" clId="Web-{EDF9F201-C5BE-8204-8505-9BE6420F596B}" dt="2026-04-08T17:36:30.976" v="373" actId="1076"/>
          <ac:spMkLst>
            <pc:docMk/>
            <pc:sldMk cId="1913139283" sldId="260"/>
            <ac:spMk id="5" creationId="{3D88695A-00D2-6B3B-375C-5EFB18D0A08D}"/>
          </ac:spMkLst>
        </pc:spChg>
        <pc:picChg chg="add mod">
          <ac:chgData name="Guillermo De La Peña Ruiz" userId="S::gpenar@sena.edu.co::890f922a-8d2c-4230-a25c-2586ecc6866a" providerId="AD" clId="Web-{EDF9F201-C5BE-8204-8505-9BE6420F596B}" dt="2026-04-08T17:44:19.266" v="378" actId="14100"/>
          <ac:picMkLst>
            <pc:docMk/>
            <pc:sldMk cId="1913139283" sldId="260"/>
            <ac:picMk id="6" creationId="{ABC1688C-D051-C743-5F11-742F14516C72}"/>
          </ac:picMkLst>
        </pc:picChg>
      </pc:sldChg>
      <pc:sldMasterChg chg="add addSldLayout">
        <pc:chgData name="Guillermo De La Peña Ruiz" userId="S::gpenar@sena.edu.co::890f922a-8d2c-4230-a25c-2586ecc6866a" providerId="AD" clId="Web-{EDF9F201-C5BE-8204-8505-9BE6420F596B}" dt="2026-04-08T15:38:28.790" v="14"/>
        <pc:sldMasterMkLst>
          <pc:docMk/>
          <pc:sldMasterMk cId="3337529076" sldId="2147483683"/>
        </pc:sldMasterMkLst>
        <pc:sldLayoutChg chg="add">
          <pc:chgData name="Guillermo De La Peña Ruiz" userId="S::gpenar@sena.edu.co::890f922a-8d2c-4230-a25c-2586ecc6866a" providerId="AD" clId="Web-{EDF9F201-C5BE-8204-8505-9BE6420F596B}" dt="2026-04-08T15:38:28.790" v="14"/>
          <pc:sldLayoutMkLst>
            <pc:docMk/>
            <pc:sldMasterMk cId="3337529076" sldId="2147483683"/>
            <pc:sldLayoutMk cId="3346745819" sldId="2147483672"/>
          </pc:sldLayoutMkLst>
        </pc:sldLayoutChg>
        <pc:sldLayoutChg chg="add">
          <pc:chgData name="Guillermo De La Peña Ruiz" userId="S::gpenar@sena.edu.co::890f922a-8d2c-4230-a25c-2586ecc6866a" providerId="AD" clId="Web-{EDF9F201-C5BE-8204-8505-9BE6420F596B}" dt="2026-04-08T15:38:28.790" v="14"/>
          <pc:sldLayoutMkLst>
            <pc:docMk/>
            <pc:sldMasterMk cId="3337529076" sldId="2147483683"/>
            <pc:sldLayoutMk cId="2983443077" sldId="2147483673"/>
          </pc:sldLayoutMkLst>
        </pc:sldLayoutChg>
        <pc:sldLayoutChg chg="add">
          <pc:chgData name="Guillermo De La Peña Ruiz" userId="S::gpenar@sena.edu.co::890f922a-8d2c-4230-a25c-2586ecc6866a" providerId="AD" clId="Web-{EDF9F201-C5BE-8204-8505-9BE6420F596B}" dt="2026-04-08T15:38:28.790" v="14"/>
          <pc:sldLayoutMkLst>
            <pc:docMk/>
            <pc:sldMasterMk cId="3337529076" sldId="2147483683"/>
            <pc:sldLayoutMk cId="4040018714" sldId="2147483674"/>
          </pc:sldLayoutMkLst>
        </pc:sldLayoutChg>
        <pc:sldLayoutChg chg="add">
          <pc:chgData name="Guillermo De La Peña Ruiz" userId="S::gpenar@sena.edu.co::890f922a-8d2c-4230-a25c-2586ecc6866a" providerId="AD" clId="Web-{EDF9F201-C5BE-8204-8505-9BE6420F596B}" dt="2026-04-08T15:38:28.790" v="14"/>
          <pc:sldLayoutMkLst>
            <pc:docMk/>
            <pc:sldMasterMk cId="3337529076" sldId="2147483683"/>
            <pc:sldLayoutMk cId="3051021534" sldId="2147483675"/>
          </pc:sldLayoutMkLst>
        </pc:sldLayoutChg>
        <pc:sldLayoutChg chg="add">
          <pc:chgData name="Guillermo De La Peña Ruiz" userId="S::gpenar@sena.edu.co::890f922a-8d2c-4230-a25c-2586ecc6866a" providerId="AD" clId="Web-{EDF9F201-C5BE-8204-8505-9BE6420F596B}" dt="2026-04-08T15:38:28.790" v="14"/>
          <pc:sldLayoutMkLst>
            <pc:docMk/>
            <pc:sldMasterMk cId="3337529076" sldId="2147483683"/>
            <pc:sldLayoutMk cId="2330854018" sldId="2147483676"/>
          </pc:sldLayoutMkLst>
        </pc:sldLayoutChg>
        <pc:sldLayoutChg chg="add">
          <pc:chgData name="Guillermo De La Peña Ruiz" userId="S::gpenar@sena.edu.co::890f922a-8d2c-4230-a25c-2586ecc6866a" providerId="AD" clId="Web-{EDF9F201-C5BE-8204-8505-9BE6420F596B}" dt="2026-04-08T15:38:28.790" v="14"/>
          <pc:sldLayoutMkLst>
            <pc:docMk/>
            <pc:sldMasterMk cId="3337529076" sldId="2147483683"/>
            <pc:sldLayoutMk cId="773496984" sldId="2147483677"/>
          </pc:sldLayoutMkLst>
        </pc:sldLayoutChg>
        <pc:sldLayoutChg chg="add">
          <pc:chgData name="Guillermo De La Peña Ruiz" userId="S::gpenar@sena.edu.co::890f922a-8d2c-4230-a25c-2586ecc6866a" providerId="AD" clId="Web-{EDF9F201-C5BE-8204-8505-9BE6420F596B}" dt="2026-04-08T15:38:28.790" v="14"/>
          <pc:sldLayoutMkLst>
            <pc:docMk/>
            <pc:sldMasterMk cId="3337529076" sldId="2147483683"/>
            <pc:sldLayoutMk cId="1803700922" sldId="2147483678"/>
          </pc:sldLayoutMkLst>
        </pc:sldLayoutChg>
        <pc:sldLayoutChg chg="add">
          <pc:chgData name="Guillermo De La Peña Ruiz" userId="S::gpenar@sena.edu.co::890f922a-8d2c-4230-a25c-2586ecc6866a" providerId="AD" clId="Web-{EDF9F201-C5BE-8204-8505-9BE6420F596B}" dt="2026-04-08T15:38:28.790" v="14"/>
          <pc:sldLayoutMkLst>
            <pc:docMk/>
            <pc:sldMasterMk cId="3337529076" sldId="2147483683"/>
            <pc:sldLayoutMk cId="2401812341" sldId="2147483679"/>
          </pc:sldLayoutMkLst>
        </pc:sldLayoutChg>
        <pc:sldLayoutChg chg="add">
          <pc:chgData name="Guillermo De La Peña Ruiz" userId="S::gpenar@sena.edu.co::890f922a-8d2c-4230-a25c-2586ecc6866a" providerId="AD" clId="Web-{EDF9F201-C5BE-8204-8505-9BE6420F596B}" dt="2026-04-08T15:38:28.790" v="14"/>
          <pc:sldLayoutMkLst>
            <pc:docMk/>
            <pc:sldMasterMk cId="3337529076" sldId="2147483683"/>
            <pc:sldLayoutMk cId="2297375351" sldId="2147483680"/>
          </pc:sldLayoutMkLst>
        </pc:sldLayoutChg>
        <pc:sldLayoutChg chg="add">
          <pc:chgData name="Guillermo De La Peña Ruiz" userId="S::gpenar@sena.edu.co::890f922a-8d2c-4230-a25c-2586ecc6866a" providerId="AD" clId="Web-{EDF9F201-C5BE-8204-8505-9BE6420F596B}" dt="2026-04-08T15:38:28.790" v="14"/>
          <pc:sldLayoutMkLst>
            <pc:docMk/>
            <pc:sldMasterMk cId="3337529076" sldId="2147483683"/>
            <pc:sldLayoutMk cId="1219317391" sldId="2147483681"/>
          </pc:sldLayoutMkLst>
        </pc:sldLayoutChg>
        <pc:sldLayoutChg chg="add">
          <pc:chgData name="Guillermo De La Peña Ruiz" userId="S::gpenar@sena.edu.co::890f922a-8d2c-4230-a25c-2586ecc6866a" providerId="AD" clId="Web-{EDF9F201-C5BE-8204-8505-9BE6420F596B}" dt="2026-04-08T15:38:28.790" v="14"/>
          <pc:sldLayoutMkLst>
            <pc:docMk/>
            <pc:sldMasterMk cId="3337529076" sldId="2147483683"/>
            <pc:sldLayoutMk cId="3793487580" sldId="2147483682"/>
          </pc:sldLayoutMkLst>
        </pc:sldLayoutChg>
      </pc:sldMasterChg>
    </pc:docChg>
  </pc:docChgLst>
  <pc:docChgLst>
    <pc:chgData name="Guillermo De La Peña Ruiz" userId="S::gpenar@sena.edu.co::890f922a-8d2c-4230-a25c-2586ecc6866a" providerId="AD" clId="Web-{F036A9AE-F6D5-70A9-3757-32187C410865}"/>
    <pc:docChg chg="addSld delSld">
      <pc:chgData name="Guillermo De La Peña Ruiz" userId="S::gpenar@sena.edu.co::890f922a-8d2c-4230-a25c-2586ecc6866a" providerId="AD" clId="Web-{F036A9AE-F6D5-70A9-3757-32187C410865}" dt="2026-04-08T20:26:26.694" v="1"/>
      <pc:docMkLst>
        <pc:docMk/>
      </pc:docMkLst>
    </pc:docChg>
  </pc:docChgLst>
  <pc:docChgLst>
    <pc:chgData name="Guillermo De La Peña Ruiz" userId="S::gpenar@sena.edu.co::890f922a-8d2c-4230-a25c-2586ecc6866a" providerId="AD" clId="Web-{896DA27F-912B-BD47-201E-9924BE415438}"/>
    <pc:docChg chg="modSld">
      <pc:chgData name="Guillermo De La Peña Ruiz" userId="S::gpenar@sena.edu.co::890f922a-8d2c-4230-a25c-2586ecc6866a" providerId="AD" clId="Web-{896DA27F-912B-BD47-201E-9924BE415438}" dt="2026-04-11T04:25:51.021" v="65" actId="1076"/>
      <pc:docMkLst>
        <pc:docMk/>
      </pc:docMkLst>
      <pc:sldChg chg="addSp delSp modSp">
        <pc:chgData name="Guillermo De La Peña Ruiz" userId="S::gpenar@sena.edu.co::890f922a-8d2c-4230-a25c-2586ecc6866a" providerId="AD" clId="Web-{896DA27F-912B-BD47-201E-9924BE415438}" dt="2026-04-11T04:24:06.044" v="35" actId="20577"/>
        <pc:sldMkLst>
          <pc:docMk/>
          <pc:sldMk cId="3397477735" sldId="257"/>
        </pc:sldMkLst>
        <pc:spChg chg="add del mod">
          <ac:chgData name="Guillermo De La Peña Ruiz" userId="S::gpenar@sena.edu.co::890f922a-8d2c-4230-a25c-2586ecc6866a" providerId="AD" clId="Web-{896DA27F-912B-BD47-201E-9924BE415438}" dt="2026-04-11T04:21:54.047" v="6"/>
          <ac:spMkLst>
            <pc:docMk/>
            <pc:sldMk cId="3397477735" sldId="257"/>
            <ac:spMk id="8" creationId="{11F1E2DB-342C-CCA1-9D36-0C983DA0D4B2}"/>
          </ac:spMkLst>
        </pc:spChg>
        <pc:spChg chg="add mod">
          <ac:chgData name="Guillermo De La Peña Ruiz" userId="S::gpenar@sena.edu.co::890f922a-8d2c-4230-a25c-2586ecc6866a" providerId="AD" clId="Web-{896DA27F-912B-BD47-201E-9924BE415438}" dt="2026-04-11T04:24:06.044" v="35" actId="20577"/>
          <ac:spMkLst>
            <pc:docMk/>
            <pc:sldMk cId="3397477735" sldId="257"/>
            <ac:spMk id="10" creationId="{20331B8A-7602-81AC-769F-4EECC51C284F}"/>
          </ac:spMkLst>
        </pc:spChg>
        <pc:picChg chg="del">
          <ac:chgData name="Guillermo De La Peña Ruiz" userId="S::gpenar@sena.edu.co::890f922a-8d2c-4230-a25c-2586ecc6866a" providerId="AD" clId="Web-{896DA27F-912B-BD47-201E-9924BE415438}" dt="2026-04-11T04:23:44.792" v="33"/>
          <ac:picMkLst>
            <pc:docMk/>
            <pc:sldMk cId="3397477735" sldId="257"/>
            <ac:picMk id="5" creationId="{1DF5CA8F-B573-A216-45BD-4133D7B21DCC}"/>
          </ac:picMkLst>
        </pc:picChg>
      </pc:sldChg>
      <pc:sldChg chg="addSp modSp">
        <pc:chgData name="Guillermo De La Peña Ruiz" userId="S::gpenar@sena.edu.co::890f922a-8d2c-4230-a25c-2586ecc6866a" providerId="AD" clId="Web-{896DA27F-912B-BD47-201E-9924BE415438}" dt="2026-04-11T04:25:51.021" v="65" actId="1076"/>
        <pc:sldMkLst>
          <pc:docMk/>
          <pc:sldMk cId="2837927294" sldId="258"/>
        </pc:sldMkLst>
        <pc:spChg chg="add mod">
          <ac:chgData name="Guillermo De La Peña Ruiz" userId="S::gpenar@sena.edu.co::890f922a-8d2c-4230-a25c-2586ecc6866a" providerId="AD" clId="Web-{896DA27F-912B-BD47-201E-9924BE415438}" dt="2026-04-11T04:25:51.021" v="65" actId="1076"/>
          <ac:spMkLst>
            <pc:docMk/>
            <pc:sldMk cId="2837927294" sldId="258"/>
            <ac:spMk id="6" creationId="{D16E858A-9F9E-3B5E-9B5C-7C5A63E030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700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12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75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17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87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54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45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43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18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2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96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29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7ABDC-A7C5-817F-2B29-458FB2EEE6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012" r="9085" b="-7"/>
          <a:stretch>
            <a:fillRect/>
          </a:stretch>
        </p:blipFill>
        <p:spPr>
          <a:xfrm>
            <a:off x="20" y="-7619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77110" y="921258"/>
            <a:ext cx="10710844" cy="2017335"/>
          </a:xfrm>
        </p:spPr>
        <p:txBody>
          <a:bodyPr anchor="t">
            <a:normAutofit/>
          </a:bodyPr>
          <a:lstStyle/>
          <a:p>
            <a:r>
              <a:rPr lang="es-ES" sz="6600">
                <a:solidFill>
                  <a:schemeClr val="bg1"/>
                </a:solidFill>
                <a:ea typeface="+mj-lt"/>
                <a:cs typeface="+mj-lt"/>
              </a:rPr>
              <a:t> ¿Qué es un</a:t>
            </a:r>
            <a:r>
              <a:rPr lang="es-ES" sz="6600">
                <a:ea typeface="+mj-lt"/>
                <a:cs typeface="+mj-lt"/>
              </a:rPr>
              <a:t> </a:t>
            </a:r>
            <a:r>
              <a:rPr lang="es-ES" sz="6600">
                <a:solidFill>
                  <a:schemeClr val="bg1"/>
                </a:solidFill>
                <a:ea typeface="+mj-lt"/>
                <a:cs typeface="+mj-lt"/>
              </a:rPr>
              <a:t>Algoritmo?</a:t>
            </a:r>
            <a:endParaRPr lang="es-ES" sz="660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15160" y="3662494"/>
            <a:ext cx="6667634" cy="2281386"/>
          </a:xfrm>
        </p:spPr>
        <p:txBody>
          <a:bodyPr anchor="b">
            <a:normAutofit fontScale="85000" lnSpcReduction="20000"/>
          </a:bodyPr>
          <a:lstStyle/>
          <a:p>
            <a:pPr algn="ctr"/>
            <a:endParaRPr lang="es-ES"/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s-ES" sz="2800" b="1" i="0">
                <a:solidFill>
                  <a:srgbClr val="0D0D0D"/>
                </a:solidFill>
                <a:hlinkClick r:id="rId3" action="ppaction://hlinksldjump"/>
              </a:rPr>
              <a:t>Secuencia Finita</a:t>
            </a:r>
            <a:endParaRPr lang="es-ES" sz="2800" b="1" i="0">
              <a:solidFill>
                <a:srgbClr val="0D0D0D"/>
              </a:solidFill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s-ES" sz="2800" b="1" i="0">
                <a:solidFill>
                  <a:srgbClr val="0D0D0D"/>
                </a:solidFill>
                <a:hlinkClick r:id="rId4" action="ppaction://hlinksldjump"/>
              </a:rPr>
              <a:t>No Ambigua</a:t>
            </a:r>
            <a:endParaRPr lang="es-ES" sz="2800" b="1" i="0">
              <a:solidFill>
                <a:srgbClr val="0D0D0D"/>
              </a:solidFill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s-ES" sz="2800" b="1" i="0">
                <a:solidFill>
                  <a:srgbClr val="0D0D0D"/>
                </a:solidFill>
                <a:hlinkClick r:id="rId5" action="ppaction://hlinksldjump"/>
              </a:rPr>
              <a:t>Instrucciones o pasos bien definidos</a:t>
            </a:r>
            <a:endParaRPr lang="es-ES" sz="2800" b="1" i="0">
              <a:solidFill>
                <a:srgbClr val="0D0D0D"/>
              </a:solidFill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s-ES" sz="2800" b="1" i="0">
                <a:solidFill>
                  <a:srgbClr val="0D0D0D"/>
                </a:solidFill>
              </a:rPr>
              <a:t>La receta para resolver problemas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s-ES" sz="2800" i="0">
              <a:solidFill>
                <a:srgbClr val="0D0D0D"/>
              </a:solidFill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s-ES" sz="2800" i="0">
              <a:solidFill>
                <a:srgbClr val="0D0D0D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Imagen 4" descr="Imagen que contiene luz, noche, foto, moto&#10;&#10;El contenido generado por IA puede ser incorrecto.">
            <a:extLst>
              <a:ext uri="{FF2B5EF4-FFF2-40B4-BE49-F238E27FC236}">
                <a16:creationId xmlns:a16="http://schemas.microsoft.com/office/drawing/2014/main" id="{C9D9A132-3010-C98E-DA82-E1640BD98B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6650" y="2704234"/>
            <a:ext cx="3886200" cy="23163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E7BA4-E8A4-FCD1-E485-8B6C964E3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CE24EE7-48EA-CB27-B471-A6FDB532C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184430-E3D0-D9E3-D65D-4AD664E2E3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012" r="9085" b="-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36E1297-1433-BFFB-B341-529F27D1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BBF1F0-3800-6D96-5554-B32CA1563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7110" y="921258"/>
            <a:ext cx="10710844" cy="2017335"/>
          </a:xfrm>
        </p:spPr>
        <p:txBody>
          <a:bodyPr anchor="t">
            <a:normAutofit/>
          </a:bodyPr>
          <a:lstStyle/>
          <a:p>
            <a:r>
              <a:rPr lang="es-ES" sz="6600">
                <a:solidFill>
                  <a:schemeClr val="bg1"/>
                </a:solidFill>
                <a:ea typeface="+mj-lt"/>
                <a:cs typeface="+mj-lt"/>
              </a:rPr>
              <a:t> ¿Secuencia Finita?</a:t>
            </a:r>
            <a:endParaRPr lang="es-ES" sz="660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FD4593-D51E-3F11-C285-A56F0A6DA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610" y="2700469"/>
            <a:ext cx="6667634" cy="2281386"/>
          </a:xfrm>
        </p:spPr>
        <p:txBody>
          <a:bodyPr anchor="b">
            <a:normAutofit/>
          </a:bodyPr>
          <a:lstStyle/>
          <a:p>
            <a:pPr algn="ctr"/>
            <a:endParaRPr lang="es-ES"/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s-ES" sz="2800" b="1" i="0" err="1">
                <a:solidFill>
                  <a:srgbClr val="0D0D0D"/>
                </a:solidFill>
              </a:rPr>
              <a:t>Tie</a:t>
            </a:r>
            <a:r>
              <a:rPr lang="es-ES" sz="2800" b="1" i="0">
                <a:solidFill>
                  <a:srgbClr val="0D0D0D"/>
                </a:solidFill>
              </a:rPr>
              <a:t>ne inicio y un final.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s-ES" sz="2400" i="0">
                <a:solidFill>
                  <a:srgbClr val="0D0D0D"/>
                </a:solidFill>
              </a:rPr>
              <a:t>No dura para siempre.</a:t>
            </a:r>
            <a:endParaRPr lang="es-ES" sz="2800" b="1" i="0">
              <a:solidFill>
                <a:srgbClr val="0D0D0D"/>
              </a:solidFill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s-ES" sz="2800" i="0">
              <a:solidFill>
                <a:srgbClr val="0D0D0D"/>
              </a:solidFill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s-ES" sz="2800" i="0">
              <a:solidFill>
                <a:srgbClr val="0D0D0D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75F3A0-A760-03C4-1762-725AFDDEC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8F62811-5BAC-35C4-75B6-68B4303DA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338" y="3009900"/>
            <a:ext cx="4238625" cy="1657350"/>
          </a:xfrm>
          <a:prstGeom prst="rect">
            <a:avLst/>
          </a:prstGeom>
        </p:spPr>
      </p:pic>
      <p:pic>
        <p:nvPicPr>
          <p:cNvPr id="7" name="Imagen 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EC5A77F0-254F-48CC-904C-79D421024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513" y="4048125"/>
            <a:ext cx="3905250" cy="226695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0331B8A-7602-81AC-769F-4EECC51C284F}"/>
              </a:ext>
            </a:extLst>
          </p:cNvPr>
          <p:cNvSpPr txBox="1"/>
          <p:nvPr/>
        </p:nvSpPr>
        <p:spPr>
          <a:xfrm>
            <a:off x="10970842" y="5646106"/>
            <a:ext cx="107541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6600" dirty="0">
                <a:ea typeface="+mn-lt"/>
                <a:cs typeface="+mn-lt"/>
                <a:hlinkClick r:id="" action="ppaction://hlinkshowjump?jump=firstslide"/>
              </a:rPr>
              <a:t>🏡</a:t>
            </a:r>
            <a:endParaRPr lang="es-ES" sz="6600"/>
          </a:p>
        </p:txBody>
      </p:sp>
    </p:spTree>
    <p:extLst>
      <p:ext uri="{BB962C8B-B14F-4D97-AF65-F5344CB8AC3E}">
        <p14:creationId xmlns:p14="http://schemas.microsoft.com/office/powerpoint/2010/main" val="33974777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6440AD-B0C9-9980-B3F3-BBDDC9654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AEB80A3-64EF-8043-8535-62B5FE17C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3CFD60-BD8E-32EC-B539-C85E934A07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012" r="9085" b="-7"/>
          <a:stretch>
            <a:fillRect/>
          </a:stretch>
        </p:blipFill>
        <p:spPr>
          <a:xfrm>
            <a:off x="20" y="-7619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EC599E3-CFA0-0556-EAD1-D8DEB735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7DEB9D-1B0C-4E98-3D89-119BA2283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7110" y="921258"/>
            <a:ext cx="10710844" cy="2017335"/>
          </a:xfrm>
        </p:spPr>
        <p:txBody>
          <a:bodyPr anchor="t">
            <a:normAutofit/>
          </a:bodyPr>
          <a:lstStyle/>
          <a:p>
            <a:r>
              <a:rPr lang="es-ES" sz="6600">
                <a:solidFill>
                  <a:schemeClr val="bg1"/>
                </a:solidFill>
                <a:ea typeface="+mj-lt"/>
                <a:cs typeface="+mj-lt"/>
              </a:rPr>
              <a:t> ¿No ambigua?</a:t>
            </a:r>
            <a:endParaRPr lang="es-ES" sz="660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A34398-835D-6D27-EBB7-0EE187BA4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835" y="2862394"/>
            <a:ext cx="6667634" cy="2671911"/>
          </a:xfrm>
        </p:spPr>
        <p:txBody>
          <a:bodyPr anchor="b">
            <a:normAutofit fontScale="85000" lnSpcReduction="20000"/>
          </a:bodyPr>
          <a:lstStyle/>
          <a:p>
            <a:pPr algn="ctr"/>
            <a:endParaRPr lang="es-ES"/>
          </a:p>
          <a:p>
            <a:pPr marL="457200" indent="-457200" algn="ctr">
              <a:buChar char="•"/>
            </a:pPr>
            <a:endParaRPr lang="es-ES" sz="2800" b="1" i="0">
              <a:solidFill>
                <a:srgbClr val="0D0D0D"/>
              </a:solidFill>
            </a:endParaRPr>
          </a:p>
          <a:p>
            <a:pPr algn="ctr"/>
            <a:endParaRPr lang="es-ES" sz="2800" i="0">
              <a:solidFill>
                <a:srgbClr val="0D0D0D"/>
              </a:solidFill>
              <a:highlight>
                <a:srgbClr val="F8F8F8"/>
              </a:highlight>
            </a:endParaRPr>
          </a:p>
          <a:p>
            <a:pPr marL="457200" indent="-457200" algn="ctr">
              <a:buChar char="•"/>
            </a:pPr>
            <a:r>
              <a:rPr lang="es-ES" sz="2800" b="1" i="0">
                <a:solidFill>
                  <a:srgbClr val="0D0D0D"/>
                </a:solidFill>
              </a:rPr>
              <a:t>Receta de comida.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s-ES" sz="2800" b="1" i="0">
                <a:solidFill>
                  <a:srgbClr val="0D0D0D"/>
                </a:solidFill>
              </a:rPr>
              <a:t>Construir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s-ES" sz="2800" b="1" i="0">
                <a:solidFill>
                  <a:srgbClr val="0D0D0D"/>
                </a:solidFill>
              </a:rPr>
              <a:t>Reparar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s-ES" sz="2800" i="0">
              <a:solidFill>
                <a:srgbClr val="0D0D0D"/>
              </a:solidFill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s-ES" sz="2800" i="0">
              <a:solidFill>
                <a:srgbClr val="0D0D0D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3D80C3-08AA-0E42-5755-06B7AFE4A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C47A0F90-EE59-A7D6-DE83-D4593FB51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038" y="2205038"/>
            <a:ext cx="4610100" cy="28765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16E858A-9F9E-3B5E-9B5C-7C5A63E030D4}"/>
              </a:ext>
            </a:extLst>
          </p:cNvPr>
          <p:cNvSpPr txBox="1"/>
          <p:nvPr/>
        </p:nvSpPr>
        <p:spPr>
          <a:xfrm>
            <a:off x="11115675" y="5676900"/>
            <a:ext cx="115252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/>
              <a:t>🏡</a:t>
            </a:r>
          </a:p>
          <a:p>
            <a:pPr algn="ctr"/>
            <a:endParaRPr lang="es-ES" sz="3600"/>
          </a:p>
        </p:txBody>
      </p:sp>
    </p:spTree>
    <p:extLst>
      <p:ext uri="{BB962C8B-B14F-4D97-AF65-F5344CB8AC3E}">
        <p14:creationId xmlns:p14="http://schemas.microsoft.com/office/powerpoint/2010/main" val="2837927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C3095-A1A9-21BA-57E0-6857CDAF4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2AAC2C-D30D-4355-D870-61CA3622A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EAF0E8-9C4D-1265-154D-016C0AEFD0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012" r="9085" b="-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3C24F6A-1438-4A57-4744-3ADEBF709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1A4BE5-9118-73F5-8592-1992DD846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139" y="921258"/>
            <a:ext cx="11570815" cy="2017335"/>
          </a:xfrm>
        </p:spPr>
        <p:txBody>
          <a:bodyPr anchor="t">
            <a:normAutofit/>
          </a:bodyPr>
          <a:lstStyle/>
          <a:p>
            <a:pPr marL="457200" indent="-457200" algn="ctr">
              <a:lnSpc>
                <a:spcPct val="110000"/>
              </a:lnSpc>
              <a:spcBef>
                <a:spcPts val="1000"/>
              </a:spcBef>
            </a:pPr>
            <a:r>
              <a:rPr lang="es-ES" sz="660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es-ES" sz="4800">
                <a:solidFill>
                  <a:schemeClr val="bg1"/>
                </a:solidFill>
                <a:ea typeface="+mj-lt"/>
                <a:cs typeface="+mj-lt"/>
              </a:rPr>
              <a:t>¿</a:t>
            </a:r>
            <a:r>
              <a:rPr lang="es-ES" sz="4800">
                <a:solidFill>
                  <a:srgbClr val="0D0D0D"/>
                </a:solidFill>
                <a:ea typeface="+mj-lt"/>
                <a:cs typeface="+mj-lt"/>
              </a:rPr>
              <a:t>Instrucciones o pasos bien definidos</a:t>
            </a:r>
            <a:r>
              <a:rPr lang="es-ES" sz="4800">
                <a:solidFill>
                  <a:schemeClr val="bg1"/>
                </a:solidFill>
                <a:ea typeface="+mj-lt"/>
                <a:cs typeface="+mj-lt"/>
              </a:rPr>
              <a:t>?</a:t>
            </a:r>
            <a:endParaRPr lang="es-ES" sz="480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45CDB7-970C-F6A3-55FB-A29104907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1" y="2806605"/>
            <a:ext cx="6667634" cy="2281386"/>
          </a:xfrm>
        </p:spPr>
        <p:txBody>
          <a:bodyPr anchor="b">
            <a:normAutofit/>
          </a:bodyPr>
          <a:lstStyle/>
          <a:p>
            <a:pPr algn="ctr"/>
            <a:endParaRPr lang="es-ES"/>
          </a:p>
          <a:p>
            <a:pPr marL="457200" indent="-457200" algn="ctr">
              <a:buChar char="•"/>
            </a:pPr>
            <a:r>
              <a:rPr lang="es-ES" sz="2800" b="1">
                <a:solidFill>
                  <a:srgbClr val="0D0D0D"/>
                </a:solidFill>
                <a:ea typeface="+mn-lt"/>
                <a:cs typeface="+mn-lt"/>
              </a:rPr>
              <a:t>Los pasos siguen un orden lógico.</a:t>
            </a:r>
            <a:endParaRPr lang="es-ES" sz="2800" b="1" i="0">
              <a:solidFill>
                <a:srgbClr val="0D0D0D"/>
              </a:solidFill>
              <a:ea typeface="+mn-lt"/>
              <a:cs typeface="+mn-lt"/>
            </a:endParaRPr>
          </a:p>
          <a:p>
            <a:pPr algn="ctr"/>
            <a:r>
              <a:rPr lang="es-ES" sz="2800" b="1" i="0">
                <a:solidFill>
                  <a:srgbClr val="0D0D0D"/>
                </a:solidFill>
                <a:ea typeface="+mn-lt"/>
                <a:cs typeface="+mn-lt"/>
              </a:rPr>
              <a:t> Uno tras otro</a:t>
            </a:r>
            <a:endParaRPr lang="es-ES" sz="2800" b="1" i="0">
              <a:solidFill>
                <a:srgbClr val="0D0D0D"/>
              </a:solidFill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s-ES" sz="2800" i="0">
              <a:solidFill>
                <a:srgbClr val="0D0D0D"/>
              </a:solidFill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s-ES" sz="2800" i="0">
              <a:solidFill>
                <a:srgbClr val="0D0D0D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9FBFC1-EF7A-3B91-BF26-2A7A31296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78AD5714-E7AD-06A7-8CCF-0D6B9FFB9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4303940"/>
            <a:ext cx="6098721" cy="25499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9261E26-FBBA-6D05-80F9-2DB5709B8040}"/>
              </a:ext>
            </a:extLst>
          </p:cNvPr>
          <p:cNvSpPr txBox="1"/>
          <p:nvPr/>
        </p:nvSpPr>
        <p:spPr>
          <a:xfrm>
            <a:off x="10668000" y="3026227"/>
            <a:ext cx="117565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7200">
                <a:ea typeface="+mn-lt"/>
                <a:cs typeface="+mn-lt"/>
                <a:hlinkClick r:id="rId4" action="ppaction://hlinksldjump"/>
              </a:rPr>
              <a:t>👉</a:t>
            </a:r>
            <a:endParaRPr lang="es-ES" sz="7200"/>
          </a:p>
        </p:txBody>
      </p:sp>
    </p:spTree>
    <p:extLst>
      <p:ext uri="{BB962C8B-B14F-4D97-AF65-F5344CB8AC3E}">
        <p14:creationId xmlns:p14="http://schemas.microsoft.com/office/powerpoint/2010/main" val="1739381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8DF7A-BA63-02E1-746D-76D1C15CE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E3B396-FC5A-1642-ADC3-142D1A88E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68343C-A9D0-6718-DC04-39D02A74E8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012" r="9085" b="-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08A56F1-784D-479E-0FBD-77B34670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243676-2570-17B6-40D4-FF4C72332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139" y="921258"/>
            <a:ext cx="11570815" cy="1266221"/>
          </a:xfrm>
        </p:spPr>
        <p:txBody>
          <a:bodyPr anchor="t">
            <a:normAutofit/>
          </a:bodyPr>
          <a:lstStyle/>
          <a:p>
            <a:pPr marL="457200" indent="-457200" algn="ctr">
              <a:lnSpc>
                <a:spcPct val="110000"/>
              </a:lnSpc>
              <a:spcBef>
                <a:spcPts val="1000"/>
              </a:spcBef>
            </a:pPr>
            <a:r>
              <a:rPr lang="es-ES" sz="660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es-ES" sz="6600">
                <a:solidFill>
                  <a:schemeClr val="bg1"/>
                </a:solidFill>
              </a:rPr>
              <a:t>Ejemplo de la Vida Real </a:t>
            </a:r>
            <a:endParaRPr lang="es-ES" sz="4800">
              <a:solidFill>
                <a:schemeClr val="bg1"/>
              </a:solidFill>
              <a:ea typeface="+mj-lt"/>
              <a:cs typeface="+mj-lt"/>
            </a:endParaRPr>
          </a:p>
          <a:p>
            <a:pPr marL="457200" indent="-457200" algn="ctr">
              <a:lnSpc>
                <a:spcPct val="110000"/>
              </a:lnSpc>
              <a:spcBef>
                <a:spcPts val="1000"/>
              </a:spcBef>
            </a:pPr>
            <a:endParaRPr lang="es-ES" sz="660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5B8797-B38B-E379-298D-5CD897672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664" y="2480034"/>
            <a:ext cx="6667634" cy="438232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endParaRPr lang="es-ES"/>
          </a:p>
          <a:p>
            <a:pPr marL="457200" indent="-457200" algn="ctr">
              <a:lnSpc>
                <a:spcPct val="90000"/>
              </a:lnSpc>
              <a:buChar char="•"/>
            </a:pPr>
            <a:r>
              <a:rPr lang="es-ES" sz="1600" b="1">
                <a:solidFill>
                  <a:srgbClr val="0D0D0D"/>
                </a:solidFill>
                <a:ea typeface="+mn-lt"/>
                <a:cs typeface="+mn-lt"/>
              </a:rPr>
              <a:t>Piensa en una Receta de Cocina.</a:t>
            </a:r>
            <a:endParaRPr lang="es-ES" sz="1600" b="1" i="0">
              <a:solidFill>
                <a:srgbClr val="0D0D0D"/>
              </a:solidFill>
              <a:ea typeface="+mn-lt"/>
              <a:cs typeface="+mn-lt"/>
            </a:endParaRPr>
          </a:p>
          <a:p>
            <a:pPr marL="457200" indent="-457200" algn="ctr">
              <a:lnSpc>
                <a:spcPct val="90000"/>
              </a:lnSpc>
              <a:buChar char="•"/>
            </a:pPr>
            <a:r>
              <a:rPr lang="es-ES" sz="1600" b="1">
                <a:solidFill>
                  <a:srgbClr val="0D0D0D"/>
                </a:solidFill>
                <a:ea typeface="+mn-lt"/>
                <a:cs typeface="+mn-lt"/>
              </a:rPr>
              <a:t>El Problema: Tengo hambre y quiero hacer un pastel.</a:t>
            </a:r>
            <a:endParaRPr lang="es-ES" sz="1600"/>
          </a:p>
          <a:p>
            <a:pPr marL="457200" indent="-457200" algn="ctr">
              <a:lnSpc>
                <a:spcPct val="90000"/>
              </a:lnSpc>
              <a:buChar char="•"/>
            </a:pPr>
            <a:r>
              <a:rPr lang="es-ES" sz="1600" b="1">
                <a:solidFill>
                  <a:srgbClr val="0D0D0D"/>
                </a:solidFill>
                <a:ea typeface="+mn-lt"/>
                <a:cs typeface="+mn-lt"/>
              </a:rPr>
              <a:t>El Algoritmo: La receta.</a:t>
            </a:r>
            <a:endParaRPr lang="es-ES" sz="1600"/>
          </a:p>
          <a:p>
            <a:pPr marL="457200" indent="-457200" algn="ctr">
              <a:lnSpc>
                <a:spcPct val="90000"/>
              </a:lnSpc>
              <a:buChar char="•"/>
            </a:pPr>
            <a:r>
              <a:rPr lang="es-ES" sz="1600" b="1">
                <a:solidFill>
                  <a:srgbClr val="0D0D0D"/>
                </a:solidFill>
                <a:ea typeface="+mn-lt"/>
                <a:cs typeface="+mn-lt"/>
              </a:rPr>
              <a:t>Pasos:</a:t>
            </a:r>
            <a:endParaRPr lang="es-ES" sz="1600"/>
          </a:p>
          <a:p>
            <a:pPr marL="457200" indent="-457200" algn="ctr">
              <a:lnSpc>
                <a:spcPct val="90000"/>
              </a:lnSpc>
              <a:buChar char="•"/>
            </a:pPr>
            <a:r>
              <a:rPr lang="es-ES" sz="1600" b="1">
                <a:solidFill>
                  <a:srgbClr val="0D0D0D"/>
                </a:solidFill>
                <a:ea typeface="+mn-lt"/>
                <a:cs typeface="+mn-lt"/>
              </a:rPr>
              <a:t>Prender el horno (Paso inicial).</a:t>
            </a:r>
            <a:endParaRPr lang="es-ES" sz="1600"/>
          </a:p>
          <a:p>
            <a:pPr marL="457200" indent="-457200" algn="ctr">
              <a:lnSpc>
                <a:spcPct val="90000"/>
              </a:lnSpc>
              <a:buChar char="•"/>
            </a:pPr>
            <a:r>
              <a:rPr lang="es-ES" sz="1600" b="1">
                <a:solidFill>
                  <a:srgbClr val="0D0D0D"/>
                </a:solidFill>
                <a:ea typeface="+mn-lt"/>
                <a:cs typeface="+mn-lt"/>
              </a:rPr>
              <a:t>Mezclar ingredientes (Instrucción clara).</a:t>
            </a:r>
            <a:endParaRPr lang="es-ES" sz="1600"/>
          </a:p>
          <a:p>
            <a:pPr marL="457200" indent="-457200" algn="ctr">
              <a:lnSpc>
                <a:spcPct val="90000"/>
              </a:lnSpc>
              <a:buChar char="•"/>
            </a:pPr>
            <a:r>
              <a:rPr lang="es-ES" sz="1600" b="1">
                <a:solidFill>
                  <a:srgbClr val="0D0D0D"/>
                </a:solidFill>
                <a:ea typeface="+mn-lt"/>
                <a:cs typeface="+mn-lt"/>
              </a:rPr>
              <a:t>Hornear por 30 min (Tiempo definido).</a:t>
            </a:r>
            <a:endParaRPr lang="es-ES" sz="1600"/>
          </a:p>
          <a:p>
            <a:pPr marL="457200" indent="-457200" algn="ctr">
              <a:lnSpc>
                <a:spcPct val="90000"/>
              </a:lnSpc>
              <a:buChar char="•"/>
            </a:pPr>
            <a:r>
              <a:rPr lang="es-ES" sz="1600" b="1">
                <a:solidFill>
                  <a:srgbClr val="0D0D0D"/>
                </a:solidFill>
                <a:ea typeface="+mn-lt"/>
                <a:cs typeface="+mn-lt"/>
              </a:rPr>
              <a:t>Sacar y enfriar (Paso final).</a:t>
            </a:r>
            <a:endParaRPr lang="es-ES" sz="1600"/>
          </a:p>
          <a:p>
            <a:pPr marL="457200" indent="-457200" algn="ctr">
              <a:buChar char="•"/>
            </a:pPr>
            <a:endParaRPr lang="es-ES" sz="2800" b="1">
              <a:solidFill>
                <a:srgbClr val="0D0D0D"/>
              </a:solidFill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s-ES" sz="2800" i="0">
              <a:solidFill>
                <a:srgbClr val="0D0D0D"/>
              </a:solidFill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s-ES" sz="2800" i="0">
              <a:solidFill>
                <a:srgbClr val="0D0D0D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33B91E-1931-4BDE-7653-17D58EED3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D88695A-00D2-6B3B-375C-5EFB18D0A08D}"/>
              </a:ext>
            </a:extLst>
          </p:cNvPr>
          <p:cNvSpPr txBox="1"/>
          <p:nvPr/>
        </p:nvSpPr>
        <p:spPr>
          <a:xfrm>
            <a:off x="413656" y="5943599"/>
            <a:ext cx="11157857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solidFill>
                  <a:srgbClr val="FFFFFF"/>
                </a:solidFill>
                <a:ea typeface="+mn-lt"/>
                <a:cs typeface="+mn-lt"/>
              </a:rPr>
              <a:t>¿</a:t>
            </a:r>
            <a:r>
              <a:rPr lang="es-ES" b="1">
                <a:solidFill>
                  <a:srgbClr val="FFFF00"/>
                </a:solidFill>
                <a:ea typeface="+mn-lt"/>
                <a:cs typeface="+mn-lt"/>
              </a:rPr>
              <a:t>Qué pasa si cambio el orden? Si pongo el pastel a hornear antes de hacer la mezcla, el algoritmo falla. ¡El orden importa!</a:t>
            </a:r>
            <a:endParaRPr lang="es-ES" b="1">
              <a:solidFill>
                <a:srgbClr val="FFFF00"/>
              </a:solidFill>
            </a:endParaRPr>
          </a:p>
        </p:txBody>
      </p:sp>
      <p:pic>
        <p:nvPicPr>
          <p:cNvPr id="6" name="Imagen 5" descr="Persona preparando comida en una mesa&#10;&#10;El contenido generado por IA puede ser incorrecto.">
            <a:extLst>
              <a:ext uri="{FF2B5EF4-FFF2-40B4-BE49-F238E27FC236}">
                <a16:creationId xmlns:a16="http://schemas.microsoft.com/office/drawing/2014/main" id="{ABC1688C-D051-C743-5F11-742F14516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141" y="2179864"/>
            <a:ext cx="4295775" cy="296635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8C51D20-DA8C-A265-3006-82DA1E23F74D}"/>
              </a:ext>
            </a:extLst>
          </p:cNvPr>
          <p:cNvSpPr txBox="1"/>
          <p:nvPr/>
        </p:nvSpPr>
        <p:spPr>
          <a:xfrm>
            <a:off x="-1697" y="4538206"/>
            <a:ext cx="97076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200">
                <a:ea typeface="+mn-lt"/>
                <a:cs typeface="+mn-lt"/>
              </a:rPr>
              <a:t>🏡</a:t>
            </a:r>
            <a:endParaRPr lang="es-ES" sz="7200"/>
          </a:p>
        </p:txBody>
      </p:sp>
    </p:spTree>
    <p:extLst>
      <p:ext uri="{BB962C8B-B14F-4D97-AF65-F5344CB8AC3E}">
        <p14:creationId xmlns:p14="http://schemas.microsoft.com/office/powerpoint/2010/main" val="1913139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5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GestaltVTI</vt:lpstr>
      <vt:lpstr> ¿Qué es un Algoritmo?</vt:lpstr>
      <vt:lpstr> ¿Secuencia Finita?</vt:lpstr>
      <vt:lpstr> ¿No ambigua?</vt:lpstr>
      <vt:lpstr> ¿Instrucciones o pasos bien definidos?</vt:lpstr>
      <vt:lpstr> Ejemplo de la Vida Real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27</cp:revision>
  <dcterms:created xsi:type="dcterms:W3CDTF">2026-04-08T15:37:01Z</dcterms:created>
  <dcterms:modified xsi:type="dcterms:W3CDTF">2026-04-11T04:25:51Z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2026-04-08T15:37:36Z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48d9ec95-c0ed-49ed-88bc-ed12fc536bf0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10, 0, 1, 2</vt:lpwstr>
  </property>
</Properties>
</file>